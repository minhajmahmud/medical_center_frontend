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1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69" r:id="rId4"/>
    <p:sldId id="259" r:id="rId5"/>
    <p:sldId id="270" r:id="rId6"/>
    <p:sldId id="271" r:id="rId7"/>
    <p:sldId id="272" r:id="rId8"/>
    <p:sldId id="265" r:id="rId9"/>
  </p:sldIdLst>
  <p:sldSz cx="18288000" cy="10287000"/>
  <p:notesSz cx="6858000" cy="9144000"/>
  <p:embeddedFontLst>
    <p:embeddedFont>
      <p:font typeface="Antonio Bold" panose="020B0604020202020204" charset="0"/>
      <p:regular r:id="rId12"/>
    </p:embeddedFont>
    <p:embeddedFont>
      <p:font typeface="Antonio Ultra-Bold" panose="020B0604020202020204" charset="0"/>
      <p:regular r:id="rId13"/>
    </p:embeddedFont>
    <p:embeddedFont>
      <p:font typeface="Poppins" panose="00000500000000000000" pitchFamily="2" charset="0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ROR 404" initials="E4" lastIdx="1" clrIdx="0">
    <p:extLst>
      <p:ext uri="{19B8F6BF-5375-455C-9EA6-DF929625EA0E}">
        <p15:presenceInfo xmlns:p15="http://schemas.microsoft.com/office/powerpoint/2012/main" userId="ddf57d6197630c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8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0777" autoAdjust="0"/>
  </p:normalViewPr>
  <p:slideViewPr>
    <p:cSldViewPr>
      <p:cViewPr varScale="1">
        <p:scale>
          <a:sx n="52" d="100"/>
          <a:sy n="52" d="100"/>
        </p:scale>
        <p:origin x="1157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FADBD8-F7A8-664B-4020-4C6A0A7834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6ECB58-E7BF-C126-2724-C7E4B82D71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B5BC2-ACF3-4F42-8906-B77AAC90B52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FA05E3-DF21-FA78-908A-BDF7EE4E04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78F0B-FF52-CD58-B531-72997AD4C1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86258-DFE0-44CB-A4DD-8048F8526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6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18T18:07:28.6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BB469-4846-4081-8DB2-627301078DB3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63144-FD4A-40C3-BA86-D8832A8B8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9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21.09.2025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63144-FD4A-40C3-BA86-D8832A8B8A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44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63144-FD4A-40C3-BA86-D8832A8B8AC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7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32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69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627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20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56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0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23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0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99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49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1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85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10600" y="1168250"/>
            <a:ext cx="7960083" cy="8534400"/>
          </a:xfrm>
          <a:custGeom>
            <a:avLst/>
            <a:gdLst/>
            <a:ahLst/>
            <a:cxnLst/>
            <a:rect l="l" t="t" r="r" b="b"/>
            <a:pathLst>
              <a:path w="7960083" h="12060732">
                <a:moveTo>
                  <a:pt x="0" y="0"/>
                </a:moveTo>
                <a:lnTo>
                  <a:pt x="7960083" y="0"/>
                </a:lnTo>
                <a:lnTo>
                  <a:pt x="7960083" y="12060732"/>
                </a:lnTo>
                <a:lnTo>
                  <a:pt x="0" y="120607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188410" y="5613819"/>
            <a:ext cx="5143500" cy="224050"/>
            <a:chOff x="0" y="0"/>
            <a:chExt cx="1532818" cy="413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32818" cy="41352"/>
            </a:xfrm>
            <a:custGeom>
              <a:avLst/>
              <a:gdLst/>
              <a:ahLst/>
              <a:cxnLst/>
              <a:rect l="l" t="t" r="r" b="b"/>
              <a:pathLst>
                <a:path w="1532818" h="41352">
                  <a:moveTo>
                    <a:pt x="20676" y="0"/>
                  </a:moveTo>
                  <a:lnTo>
                    <a:pt x="1512142" y="0"/>
                  </a:lnTo>
                  <a:cubicBezTo>
                    <a:pt x="1517625" y="0"/>
                    <a:pt x="1522884" y="2178"/>
                    <a:pt x="1526762" y="6056"/>
                  </a:cubicBezTo>
                  <a:cubicBezTo>
                    <a:pt x="1530640" y="9933"/>
                    <a:pt x="1532818" y="15192"/>
                    <a:pt x="1532818" y="20676"/>
                  </a:cubicBezTo>
                  <a:lnTo>
                    <a:pt x="1532818" y="20676"/>
                  </a:lnTo>
                  <a:cubicBezTo>
                    <a:pt x="1532818" y="32095"/>
                    <a:pt x="1523561" y="41352"/>
                    <a:pt x="1512142" y="41352"/>
                  </a:cubicBezTo>
                  <a:lnTo>
                    <a:pt x="20676" y="41352"/>
                  </a:lnTo>
                  <a:cubicBezTo>
                    <a:pt x="15192" y="41352"/>
                    <a:pt x="9933" y="39174"/>
                    <a:pt x="6056" y="35296"/>
                  </a:cubicBezTo>
                  <a:cubicBezTo>
                    <a:pt x="2178" y="31419"/>
                    <a:pt x="0" y="26160"/>
                    <a:pt x="0" y="20676"/>
                  </a:cubicBezTo>
                  <a:lnTo>
                    <a:pt x="0" y="20676"/>
                  </a:lnTo>
                  <a:cubicBezTo>
                    <a:pt x="0" y="15192"/>
                    <a:pt x="2178" y="9933"/>
                    <a:pt x="6056" y="6056"/>
                  </a:cubicBezTo>
                  <a:cubicBezTo>
                    <a:pt x="9933" y="2178"/>
                    <a:pt x="15192" y="0"/>
                    <a:pt x="2067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32818" cy="79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6368813" y="423496"/>
            <a:ext cx="1325616" cy="1294283"/>
          </a:xfrm>
          <a:custGeom>
            <a:avLst/>
            <a:gdLst/>
            <a:ahLst/>
            <a:cxnLst/>
            <a:rect l="l" t="t" r="r" b="b"/>
            <a:pathLst>
              <a:path w="1325616" h="1294283">
                <a:moveTo>
                  <a:pt x="0" y="0"/>
                </a:moveTo>
                <a:lnTo>
                  <a:pt x="1325615" y="0"/>
                </a:lnTo>
                <a:lnTo>
                  <a:pt x="1325615" y="1294283"/>
                </a:lnTo>
                <a:lnTo>
                  <a:pt x="0" y="12942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188411" y="3985548"/>
            <a:ext cx="8424593" cy="182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13"/>
              </a:lnSpc>
            </a:pPr>
            <a:r>
              <a:rPr lang="en-GB" sz="13283" b="1" dirty="0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DISHARI</a:t>
            </a:r>
            <a:endParaRPr lang="en-US" sz="13283" b="1" dirty="0">
              <a:solidFill>
                <a:srgbClr val="FFFFFF"/>
              </a:solidFill>
              <a:latin typeface="Antonio Ultra-Bold"/>
              <a:ea typeface="Antonio Ultra-Bold"/>
              <a:cs typeface="Antonio Ultra-Bold"/>
              <a:sym typeface="Antonio Ultra-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44198" y="6121700"/>
            <a:ext cx="7810500" cy="1185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Sans-Serif"/>
              </a:rPr>
              <a:t>“A Unified Platform for Efficient Campus Medical Services”</a:t>
            </a:r>
            <a:endParaRPr lang="en-US" sz="3200" dirty="0">
              <a:solidFill>
                <a:srgbClr val="FFFFFF"/>
              </a:solidFill>
              <a:latin typeface="Sans-Serif"/>
              <a:ea typeface="Poppins"/>
              <a:cs typeface="Poppins"/>
              <a:sym typeface="Poppi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21F84-CD53-5216-330A-A15C79D7439E}"/>
              </a:ext>
            </a:extLst>
          </p:cNvPr>
          <p:cNvSpPr txBox="1"/>
          <p:nvPr/>
        </p:nvSpPr>
        <p:spPr>
          <a:xfrm>
            <a:off x="16901369" y="967883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21.09.2025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0A81F4-82C0-74EE-550B-C0AFF07BB591}"/>
              </a:ext>
            </a:extLst>
          </p:cNvPr>
          <p:cNvSpPr txBox="1"/>
          <p:nvPr/>
        </p:nvSpPr>
        <p:spPr>
          <a:xfrm>
            <a:off x="8380122" y="961889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01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85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16368813" y="423496"/>
            <a:ext cx="1325616" cy="1294283"/>
          </a:xfrm>
          <a:custGeom>
            <a:avLst/>
            <a:gdLst/>
            <a:ahLst/>
            <a:cxnLst/>
            <a:rect l="l" t="t" r="r" b="b"/>
            <a:pathLst>
              <a:path w="1325616" h="1294283">
                <a:moveTo>
                  <a:pt x="0" y="0"/>
                </a:moveTo>
                <a:lnTo>
                  <a:pt x="1325615" y="0"/>
                </a:lnTo>
                <a:lnTo>
                  <a:pt x="1325615" y="1294283"/>
                </a:lnTo>
                <a:lnTo>
                  <a:pt x="0" y="1294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4953000" y="1485900"/>
            <a:ext cx="3315185" cy="47625"/>
            <a:chOff x="0" y="0"/>
            <a:chExt cx="873135" cy="1254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73135" cy="12543"/>
            </a:xfrm>
            <a:custGeom>
              <a:avLst/>
              <a:gdLst/>
              <a:ahLst/>
              <a:cxnLst/>
              <a:rect l="l" t="t" r="r" b="b"/>
              <a:pathLst>
                <a:path w="873135" h="12543">
                  <a:moveTo>
                    <a:pt x="6272" y="0"/>
                  </a:moveTo>
                  <a:lnTo>
                    <a:pt x="866864" y="0"/>
                  </a:lnTo>
                  <a:cubicBezTo>
                    <a:pt x="868527" y="0"/>
                    <a:pt x="870122" y="661"/>
                    <a:pt x="871298" y="1837"/>
                  </a:cubicBezTo>
                  <a:cubicBezTo>
                    <a:pt x="872474" y="3013"/>
                    <a:pt x="873135" y="4608"/>
                    <a:pt x="873135" y="6272"/>
                  </a:cubicBezTo>
                  <a:lnTo>
                    <a:pt x="873135" y="6272"/>
                  </a:lnTo>
                  <a:cubicBezTo>
                    <a:pt x="873135" y="7935"/>
                    <a:pt x="872474" y="9530"/>
                    <a:pt x="871298" y="10706"/>
                  </a:cubicBezTo>
                  <a:cubicBezTo>
                    <a:pt x="870122" y="11882"/>
                    <a:pt x="868527" y="12543"/>
                    <a:pt x="86686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4858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73135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543800" y="-68062"/>
            <a:ext cx="8664623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560"/>
              </a:lnSpc>
            </a:pPr>
            <a:r>
              <a:rPr lang="en-US" sz="4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l">
              <a:lnSpc>
                <a:spcPts val="8560"/>
              </a:lnSpc>
            </a:pPr>
            <a:endParaRPr lang="en-US" sz="8000" b="1" dirty="0">
              <a:solidFill>
                <a:srgbClr val="048581"/>
              </a:solidFill>
              <a:latin typeface="Antonio Bold"/>
              <a:ea typeface="Antonio Bold"/>
              <a:cs typeface="Antonio Bold"/>
              <a:sym typeface="Antonio 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08F0684-3578-05E2-BE82-0936F396EC75}"/>
                  </a:ext>
                </a:extLst>
              </p14:cNvPr>
              <p14:cNvContentPartPr/>
              <p14:nvPr/>
            </p14:nvContentPartPr>
            <p14:xfrm>
              <a:off x="-1797633" y="1720348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08F0684-3578-05E2-BE82-0936F396EC7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851273" y="1612708"/>
                <a:ext cx="108000" cy="21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D1F7DA4-4D0E-FFF1-279E-6425161FFC4B}"/>
              </a:ext>
            </a:extLst>
          </p:cNvPr>
          <p:cNvCxnSpPr>
            <a:cxnSpLocks/>
          </p:cNvCxnSpPr>
          <p:nvPr/>
        </p:nvCxnSpPr>
        <p:spPr>
          <a:xfrm>
            <a:off x="9082007" y="1509712"/>
            <a:ext cx="0" cy="7062788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54BAA83-7C0E-2B49-2D40-3EDAE05125A3}"/>
              </a:ext>
            </a:extLst>
          </p:cNvPr>
          <p:cNvCxnSpPr>
            <a:cxnSpLocks/>
          </p:cNvCxnSpPr>
          <p:nvPr/>
        </p:nvCxnSpPr>
        <p:spPr>
          <a:xfrm>
            <a:off x="2725452" y="4914900"/>
            <a:ext cx="1303020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0F29186-085A-D667-4C63-01D55596042D}"/>
              </a:ext>
            </a:extLst>
          </p:cNvPr>
          <p:cNvSpPr txBox="1"/>
          <p:nvPr/>
        </p:nvSpPr>
        <p:spPr>
          <a:xfrm>
            <a:off x="2967141" y="2298502"/>
            <a:ext cx="530104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cs typeface="Arial" panose="020B0604020202020204" pitchFamily="34" charset="0"/>
              </a:rPr>
              <a:t>Nelema Jahan</a:t>
            </a:r>
          </a:p>
          <a:p>
            <a:r>
              <a:rPr lang="en-US" sz="2400" b="1" dirty="0">
                <a:solidFill>
                  <a:schemeClr val="bg1"/>
                </a:solidFill>
                <a:cs typeface="Arial" panose="020B0604020202020204" pitchFamily="34" charset="0"/>
              </a:rPr>
              <a:t>BFH2125032F</a:t>
            </a:r>
          </a:p>
          <a:p>
            <a:r>
              <a:rPr lang="en-GB" sz="2400" b="1" dirty="0">
                <a:solidFill>
                  <a:schemeClr val="bg1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Year- 03, Term- 01</a:t>
            </a:r>
          </a:p>
          <a:p>
            <a:r>
              <a:rPr lang="en-GB" sz="2400" b="1" dirty="0">
                <a:solidFill>
                  <a:schemeClr val="bg1"/>
                </a:solidFill>
                <a:ea typeface="Arial" panose="020B0604020202020204" pitchFamily="34" charset="0"/>
                <a:cs typeface="Arial" panose="020B0604020202020204" pitchFamily="34" charset="0"/>
              </a:rPr>
              <a:t>nelema2517@student.nstu.edu.bd</a:t>
            </a:r>
            <a:endParaRPr lang="en-US" sz="2400" b="1" dirty="0">
              <a:solidFill>
                <a:schemeClr val="bg1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7BFCCC-8BAA-0DB6-8064-828643CEB8A3}"/>
              </a:ext>
            </a:extLst>
          </p:cNvPr>
          <p:cNvSpPr txBox="1"/>
          <p:nvPr/>
        </p:nvSpPr>
        <p:spPr>
          <a:xfrm>
            <a:off x="9797870" y="2331810"/>
            <a:ext cx="58104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Fatama  Beg Tuhin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BFH2225016F</a:t>
            </a:r>
          </a:p>
          <a:p>
            <a:r>
              <a:rPr lang="en-GB" sz="2400" b="1" dirty="0">
                <a:solidFill>
                  <a:schemeClr val="bg1"/>
                </a:solidFill>
                <a:ea typeface="Times New Roman" panose="02020603050405020304" pitchFamily="18" charset="0"/>
              </a:rPr>
              <a:t>Year- 03, Term- 01</a:t>
            </a:r>
          </a:p>
          <a:p>
            <a:r>
              <a:rPr lang="en-GB" sz="2400" b="1" dirty="0">
                <a:solidFill>
                  <a:schemeClr val="bg1"/>
                </a:solidFill>
                <a:ea typeface="Arial" panose="020B0604020202020204" pitchFamily="34" charset="0"/>
              </a:rPr>
              <a:t>tuhin2517@student.nstu.edu.bd</a:t>
            </a:r>
            <a:endParaRPr lang="en-US" sz="2400" b="1" dirty="0">
              <a:solidFill>
                <a:schemeClr val="bg1"/>
              </a:solidFill>
              <a:ea typeface="Arial" panose="020B0604020202020204" pitchFamily="34" charset="0"/>
            </a:endParaRPr>
          </a:p>
          <a:p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2EBC7E-5D7E-D61E-26CE-B537432B0FB4}"/>
              </a:ext>
            </a:extLst>
          </p:cNvPr>
          <p:cNvSpPr txBox="1"/>
          <p:nvPr/>
        </p:nvSpPr>
        <p:spPr>
          <a:xfrm>
            <a:off x="3029592" y="5361671"/>
            <a:ext cx="470386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Sabbir Ahamed</a:t>
            </a:r>
            <a:b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ASH2225005M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Year-03, Term- 01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sabbir2517@student.nstu.edu.bd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30CD95-1729-1C46-D6CD-71AAB69A99AF}"/>
              </a:ext>
            </a:extLst>
          </p:cNvPr>
          <p:cNvSpPr txBox="1"/>
          <p:nvPr/>
        </p:nvSpPr>
        <p:spPr>
          <a:xfrm>
            <a:off x="9734345" y="5383122"/>
            <a:ext cx="57896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Md Mahmudul  Hasan</a:t>
            </a:r>
            <a:endParaRPr lang="en-GB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MUH2225029M</a:t>
            </a:r>
            <a:endParaRPr lang="en-GB" sz="2400" b="1" dirty="0">
              <a:solidFill>
                <a:schemeClr val="bg1"/>
              </a:solidFill>
            </a:endParaRPr>
          </a:p>
          <a:p>
            <a:r>
              <a:rPr lang="en-GB" sz="2400" b="1" dirty="0">
                <a:solidFill>
                  <a:schemeClr val="bg1"/>
                </a:solidFill>
              </a:rPr>
              <a:t>Year-03,Term-01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Mmahmudul2517@student.nstu.edu.bd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CCF57E-A6E2-4449-ED7C-631AD78139B7}"/>
              </a:ext>
            </a:extLst>
          </p:cNvPr>
          <p:cNvSpPr txBox="1"/>
          <p:nvPr/>
        </p:nvSpPr>
        <p:spPr>
          <a:xfrm>
            <a:off x="16368813" y="9577613"/>
            <a:ext cx="6226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21.09.2025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330C1-4593-39B2-2194-A00496A79EE4}"/>
              </a:ext>
            </a:extLst>
          </p:cNvPr>
          <p:cNvSpPr txBox="1"/>
          <p:nvPr/>
        </p:nvSpPr>
        <p:spPr>
          <a:xfrm>
            <a:off x="8758236" y="9577613"/>
            <a:ext cx="4214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02</a:t>
            </a:r>
            <a:endParaRPr lang="en-US" dirty="0"/>
          </a:p>
        </p:txBody>
      </p: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858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523982-3F79-148E-390A-3BC046CF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04E0529-3B49-E394-3D69-BE01F8B2175F}"/>
              </a:ext>
            </a:extLst>
          </p:cNvPr>
          <p:cNvGrpSpPr/>
          <p:nvPr/>
        </p:nvGrpSpPr>
        <p:grpSpPr>
          <a:xfrm>
            <a:off x="0" y="0"/>
            <a:ext cx="13462096" cy="11302345"/>
            <a:chOff x="0" y="-50173"/>
            <a:chExt cx="3588702" cy="297674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4236AF1-6BDF-E1D9-8EED-59F667A4BC9C}"/>
                </a:ext>
              </a:extLst>
            </p:cNvPr>
            <p:cNvSpPr/>
            <p:nvPr/>
          </p:nvSpPr>
          <p:spPr>
            <a:xfrm>
              <a:off x="0" y="-50173"/>
              <a:ext cx="3588702" cy="2709333"/>
            </a:xfrm>
            <a:custGeom>
              <a:avLst/>
              <a:gdLst/>
              <a:ahLst/>
              <a:cxnLst/>
              <a:rect l="l" t="t" r="r" b="b"/>
              <a:pathLst>
                <a:path w="3588702" h="2926576">
                  <a:moveTo>
                    <a:pt x="56818" y="0"/>
                  </a:moveTo>
                  <a:lnTo>
                    <a:pt x="3531884" y="0"/>
                  </a:lnTo>
                  <a:cubicBezTo>
                    <a:pt x="3563264" y="0"/>
                    <a:pt x="3588702" y="25438"/>
                    <a:pt x="3588702" y="56818"/>
                  </a:cubicBezTo>
                  <a:lnTo>
                    <a:pt x="3588702" y="2869758"/>
                  </a:lnTo>
                  <a:cubicBezTo>
                    <a:pt x="3588702" y="2884827"/>
                    <a:pt x="3582716" y="2899279"/>
                    <a:pt x="3572060" y="2909934"/>
                  </a:cubicBezTo>
                  <a:cubicBezTo>
                    <a:pt x="3561405" y="2920590"/>
                    <a:pt x="3546953" y="2926576"/>
                    <a:pt x="3531884" y="2926576"/>
                  </a:cubicBezTo>
                  <a:lnTo>
                    <a:pt x="56818" y="2926576"/>
                  </a:lnTo>
                  <a:cubicBezTo>
                    <a:pt x="25438" y="2926576"/>
                    <a:pt x="0" y="2901138"/>
                    <a:pt x="0" y="2869758"/>
                  </a:cubicBezTo>
                  <a:lnTo>
                    <a:pt x="0" y="56818"/>
                  </a:lnTo>
                  <a:cubicBezTo>
                    <a:pt x="0" y="41749"/>
                    <a:pt x="5986" y="27297"/>
                    <a:pt x="16642" y="16642"/>
                  </a:cubicBezTo>
                  <a:cubicBezTo>
                    <a:pt x="27297" y="5986"/>
                    <a:pt x="41749" y="0"/>
                    <a:pt x="5681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59B7FE2-EC84-CA82-1A37-FB106C36209B}"/>
                </a:ext>
              </a:extLst>
            </p:cNvPr>
            <p:cNvSpPr txBox="1"/>
            <p:nvPr/>
          </p:nvSpPr>
          <p:spPr>
            <a:xfrm>
              <a:off x="0" y="-38100"/>
              <a:ext cx="3588702" cy="2964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BB52F097-2AF9-C4D2-7113-FD4D4E90C5AC}"/>
              </a:ext>
            </a:extLst>
          </p:cNvPr>
          <p:cNvSpPr/>
          <p:nvPr/>
        </p:nvSpPr>
        <p:spPr>
          <a:xfrm>
            <a:off x="16368813" y="423496"/>
            <a:ext cx="1325616" cy="1294283"/>
          </a:xfrm>
          <a:custGeom>
            <a:avLst/>
            <a:gdLst/>
            <a:ahLst/>
            <a:cxnLst/>
            <a:rect l="l" t="t" r="r" b="b"/>
            <a:pathLst>
              <a:path w="1325616" h="1294283">
                <a:moveTo>
                  <a:pt x="0" y="0"/>
                </a:moveTo>
                <a:lnTo>
                  <a:pt x="1325615" y="0"/>
                </a:lnTo>
                <a:lnTo>
                  <a:pt x="1325615" y="1294283"/>
                </a:lnTo>
                <a:lnTo>
                  <a:pt x="0" y="1294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F105E3D6-281A-AC96-5789-ADCB7C00F3DD}"/>
              </a:ext>
            </a:extLst>
          </p:cNvPr>
          <p:cNvGrpSpPr/>
          <p:nvPr/>
        </p:nvGrpSpPr>
        <p:grpSpPr>
          <a:xfrm>
            <a:off x="2667000" y="2917308"/>
            <a:ext cx="5353770" cy="198951"/>
            <a:chOff x="0" y="0"/>
            <a:chExt cx="873135" cy="1254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03ECAD54-55ED-6702-7021-F4AE75A64567}"/>
                </a:ext>
              </a:extLst>
            </p:cNvPr>
            <p:cNvSpPr/>
            <p:nvPr/>
          </p:nvSpPr>
          <p:spPr>
            <a:xfrm>
              <a:off x="0" y="0"/>
              <a:ext cx="873135" cy="12543"/>
            </a:xfrm>
            <a:custGeom>
              <a:avLst/>
              <a:gdLst/>
              <a:ahLst/>
              <a:cxnLst/>
              <a:rect l="l" t="t" r="r" b="b"/>
              <a:pathLst>
                <a:path w="873135" h="12543">
                  <a:moveTo>
                    <a:pt x="6272" y="0"/>
                  </a:moveTo>
                  <a:lnTo>
                    <a:pt x="866864" y="0"/>
                  </a:lnTo>
                  <a:cubicBezTo>
                    <a:pt x="868527" y="0"/>
                    <a:pt x="870122" y="661"/>
                    <a:pt x="871298" y="1837"/>
                  </a:cubicBezTo>
                  <a:cubicBezTo>
                    <a:pt x="872474" y="3013"/>
                    <a:pt x="873135" y="4608"/>
                    <a:pt x="873135" y="6272"/>
                  </a:cubicBezTo>
                  <a:lnTo>
                    <a:pt x="873135" y="6272"/>
                  </a:lnTo>
                  <a:cubicBezTo>
                    <a:pt x="873135" y="7935"/>
                    <a:pt x="872474" y="9530"/>
                    <a:pt x="871298" y="10706"/>
                  </a:cubicBezTo>
                  <a:cubicBezTo>
                    <a:pt x="870122" y="11882"/>
                    <a:pt x="868527" y="12543"/>
                    <a:pt x="866864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4858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8D1C13C5-2464-4045-A9B5-F964ED488618}"/>
                </a:ext>
              </a:extLst>
            </p:cNvPr>
            <p:cNvSpPr txBox="1"/>
            <p:nvPr/>
          </p:nvSpPr>
          <p:spPr>
            <a:xfrm>
              <a:off x="0" y="-38100"/>
              <a:ext cx="873135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C1726164-612B-5539-4C2C-6BC89585EDA1}"/>
              </a:ext>
            </a:extLst>
          </p:cNvPr>
          <p:cNvSpPr txBox="1"/>
          <p:nvPr/>
        </p:nvSpPr>
        <p:spPr>
          <a:xfrm>
            <a:off x="2667000" y="1505721"/>
            <a:ext cx="6705600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1" dirty="0">
                <a:solidFill>
                  <a:srgbClr val="048581"/>
                </a:solidFill>
                <a:latin typeface="Antonio Bold"/>
                <a:ea typeface="Antonio Bold"/>
                <a:cs typeface="Antonio Bold"/>
                <a:sym typeface="Antonio Bold"/>
              </a:rPr>
              <a:t>Introduction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C87C61-875F-EFD7-D392-A84C6EC857DB}"/>
              </a:ext>
            </a:extLst>
          </p:cNvPr>
          <p:cNvSpPr txBox="1"/>
          <p:nvPr/>
        </p:nvSpPr>
        <p:spPr>
          <a:xfrm>
            <a:off x="2514600" y="4068467"/>
            <a:ext cx="9677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4858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medical center is designed to manage patient profiles, secure logins, prescriptions, medicine dispensing, laboratory tests, notifications, and administrative controls within an integrated platform tailored for university campus needs, ensuring a shared understanding among all stakeholders</a:t>
            </a:r>
            <a:r>
              <a:rPr lang="en-US" sz="2400" dirty="0">
                <a:solidFill>
                  <a:srgbClr val="048581"/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C5BE7-0A4D-4265-BA42-4653B63D404D}"/>
              </a:ext>
            </a:extLst>
          </p:cNvPr>
          <p:cNvSpPr txBox="1"/>
          <p:nvPr/>
        </p:nvSpPr>
        <p:spPr>
          <a:xfrm>
            <a:off x="16368813" y="9542928"/>
            <a:ext cx="4513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21.09.2025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69135-E319-3EB8-790C-F29FD65BCA76}"/>
              </a:ext>
            </a:extLst>
          </p:cNvPr>
          <p:cNvSpPr txBox="1"/>
          <p:nvPr/>
        </p:nvSpPr>
        <p:spPr>
          <a:xfrm>
            <a:off x="6286500" y="951450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950276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-354756" y="151916"/>
            <a:ext cx="7755784" cy="104941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-1253767" y="9389360"/>
            <a:ext cx="19541768" cy="275545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6368813" y="423496"/>
            <a:ext cx="1325616" cy="1294283"/>
          </a:xfrm>
          <a:custGeom>
            <a:avLst/>
            <a:gdLst/>
            <a:ahLst/>
            <a:cxnLst/>
            <a:rect l="l" t="t" r="r" b="b"/>
            <a:pathLst>
              <a:path w="1325616" h="1294283">
                <a:moveTo>
                  <a:pt x="0" y="0"/>
                </a:moveTo>
                <a:lnTo>
                  <a:pt x="1325615" y="0"/>
                </a:lnTo>
                <a:lnTo>
                  <a:pt x="1325615" y="1294283"/>
                </a:lnTo>
                <a:lnTo>
                  <a:pt x="0" y="1294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7837186" y="3042785"/>
            <a:ext cx="7755783" cy="128203"/>
            <a:chOff x="0" y="0"/>
            <a:chExt cx="881964" cy="125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81964" cy="12543"/>
            </a:xfrm>
            <a:custGeom>
              <a:avLst/>
              <a:gdLst/>
              <a:ahLst/>
              <a:cxnLst/>
              <a:rect l="l" t="t" r="r" b="b"/>
              <a:pathLst>
                <a:path w="881964" h="12543">
                  <a:moveTo>
                    <a:pt x="6272" y="0"/>
                  </a:moveTo>
                  <a:lnTo>
                    <a:pt x="875693" y="0"/>
                  </a:lnTo>
                  <a:cubicBezTo>
                    <a:pt x="877356" y="0"/>
                    <a:pt x="878951" y="661"/>
                    <a:pt x="880127" y="1837"/>
                  </a:cubicBezTo>
                  <a:cubicBezTo>
                    <a:pt x="881303" y="3013"/>
                    <a:pt x="881964" y="4608"/>
                    <a:pt x="881964" y="6272"/>
                  </a:cubicBezTo>
                  <a:lnTo>
                    <a:pt x="881964" y="6272"/>
                  </a:lnTo>
                  <a:cubicBezTo>
                    <a:pt x="881964" y="7935"/>
                    <a:pt x="881303" y="9530"/>
                    <a:pt x="880127" y="10706"/>
                  </a:cubicBezTo>
                  <a:cubicBezTo>
                    <a:pt x="878951" y="11882"/>
                    <a:pt x="877356" y="12543"/>
                    <a:pt x="875693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4858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81964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837186" y="625816"/>
            <a:ext cx="8929892" cy="22057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1" dirty="0">
                <a:solidFill>
                  <a:srgbClr val="048581"/>
                </a:solidFill>
                <a:latin typeface="Antonio Bold"/>
                <a:ea typeface="Antonio Bold"/>
                <a:cs typeface="Antonio Bold"/>
                <a:sym typeface="Antonio Bold"/>
              </a:rPr>
              <a:t>FUNCTIONAL REQUIREMENTS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20066" y="3949370"/>
            <a:ext cx="8929892" cy="53635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User Registration and Login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Profile Management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Prescription Management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Medicine Dispensing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Lab Test Management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External Test Upload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Notifications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Ratings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Admin controls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Staff Rostering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Payments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Audit &amp; History</a:t>
            </a:r>
          </a:p>
        </p:txBody>
      </p:sp>
      <p:sp>
        <p:nvSpPr>
          <p:cNvPr id="24" name="Freeform 18">
            <a:extLst>
              <a:ext uri="{FF2B5EF4-FFF2-40B4-BE49-F238E27FC236}">
                <a16:creationId xmlns:a16="http://schemas.microsoft.com/office/drawing/2014/main" id="{FEF14392-5C1F-B3C0-1FF9-14554E70B515}"/>
              </a:ext>
            </a:extLst>
          </p:cNvPr>
          <p:cNvSpPr/>
          <p:nvPr/>
        </p:nvSpPr>
        <p:spPr>
          <a:xfrm>
            <a:off x="412807" y="1742969"/>
            <a:ext cx="6220657" cy="7057246"/>
          </a:xfrm>
          <a:custGeom>
            <a:avLst/>
            <a:gdLst/>
            <a:ahLst/>
            <a:cxnLst/>
            <a:rect l="l" t="t" r="r" b="b"/>
            <a:pathLst>
              <a:path w="7268699" h="7057246">
                <a:moveTo>
                  <a:pt x="0" y="0"/>
                </a:moveTo>
                <a:lnTo>
                  <a:pt x="7268698" y="0"/>
                </a:lnTo>
                <a:lnTo>
                  <a:pt x="7268698" y="7057246"/>
                </a:lnTo>
                <a:lnTo>
                  <a:pt x="0" y="705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CD506-DE21-AB85-97FC-674CB7075357}"/>
              </a:ext>
            </a:extLst>
          </p:cNvPr>
          <p:cNvSpPr txBox="1"/>
          <p:nvPr/>
        </p:nvSpPr>
        <p:spPr>
          <a:xfrm>
            <a:off x="16640524" y="948912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21.09.2025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A187-677E-F1A9-5AD2-2F848DCB71DA}"/>
              </a:ext>
            </a:extLst>
          </p:cNvPr>
          <p:cNvSpPr txBox="1"/>
          <p:nvPr/>
        </p:nvSpPr>
        <p:spPr>
          <a:xfrm>
            <a:off x="8696268" y="954413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05</a:t>
            </a:r>
            <a:endParaRPr lang="en-US" dirty="0"/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-354756" y="151916"/>
            <a:ext cx="7755784" cy="104941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-1253767" y="9389360"/>
            <a:ext cx="19541768" cy="275545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6368813" y="423496"/>
            <a:ext cx="1325616" cy="1294283"/>
          </a:xfrm>
          <a:custGeom>
            <a:avLst/>
            <a:gdLst/>
            <a:ahLst/>
            <a:cxnLst/>
            <a:rect l="l" t="t" r="r" b="b"/>
            <a:pathLst>
              <a:path w="1325616" h="1294283">
                <a:moveTo>
                  <a:pt x="0" y="0"/>
                </a:moveTo>
                <a:lnTo>
                  <a:pt x="1325615" y="0"/>
                </a:lnTo>
                <a:lnTo>
                  <a:pt x="1325615" y="1294283"/>
                </a:lnTo>
                <a:lnTo>
                  <a:pt x="0" y="1294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3851595" y="1819354"/>
            <a:ext cx="7755783" cy="128203"/>
            <a:chOff x="0" y="0"/>
            <a:chExt cx="881964" cy="125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81964" cy="12543"/>
            </a:xfrm>
            <a:custGeom>
              <a:avLst/>
              <a:gdLst/>
              <a:ahLst/>
              <a:cxnLst/>
              <a:rect l="l" t="t" r="r" b="b"/>
              <a:pathLst>
                <a:path w="881964" h="12543">
                  <a:moveTo>
                    <a:pt x="6272" y="0"/>
                  </a:moveTo>
                  <a:lnTo>
                    <a:pt x="875693" y="0"/>
                  </a:lnTo>
                  <a:cubicBezTo>
                    <a:pt x="877356" y="0"/>
                    <a:pt x="878951" y="661"/>
                    <a:pt x="880127" y="1837"/>
                  </a:cubicBezTo>
                  <a:cubicBezTo>
                    <a:pt x="881303" y="3013"/>
                    <a:pt x="881964" y="4608"/>
                    <a:pt x="881964" y="6272"/>
                  </a:cubicBezTo>
                  <a:lnTo>
                    <a:pt x="881964" y="6272"/>
                  </a:lnTo>
                  <a:cubicBezTo>
                    <a:pt x="881964" y="7935"/>
                    <a:pt x="881303" y="9530"/>
                    <a:pt x="880127" y="10706"/>
                  </a:cubicBezTo>
                  <a:cubicBezTo>
                    <a:pt x="878951" y="11882"/>
                    <a:pt x="877356" y="12543"/>
                    <a:pt x="875693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4858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81964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572000" y="625816"/>
            <a:ext cx="6314974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1" dirty="0">
                <a:solidFill>
                  <a:srgbClr val="048581"/>
                </a:solidFill>
                <a:latin typeface="Antonio Bold"/>
                <a:ea typeface="Antonio Bold"/>
                <a:cs typeface="Antonio Bold"/>
                <a:sym typeface="Antonio Bold"/>
              </a:rPr>
              <a:t>User Dashboard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8200" y="2532798"/>
            <a:ext cx="6248400" cy="35790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4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              Patient </a:t>
            </a:r>
          </a:p>
          <a:p>
            <a:pPr algn="just">
              <a:lnSpc>
                <a:spcPts val="3499"/>
              </a:lnSpc>
            </a:pPr>
            <a:endParaRPr lang="en-US" sz="2800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User Registration and Login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Profile Management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Prescription Management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Test Availability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Notifications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endParaRPr lang="en-US" sz="2800" b="1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CD506-DE21-AB85-97FC-674CB7075357}"/>
              </a:ext>
            </a:extLst>
          </p:cNvPr>
          <p:cNvSpPr txBox="1"/>
          <p:nvPr/>
        </p:nvSpPr>
        <p:spPr>
          <a:xfrm>
            <a:off x="16640524" y="948912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21.09.2025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A187-677E-F1A9-5AD2-2F848DCB71DA}"/>
              </a:ext>
            </a:extLst>
          </p:cNvPr>
          <p:cNvSpPr txBox="1"/>
          <p:nvPr/>
        </p:nvSpPr>
        <p:spPr>
          <a:xfrm>
            <a:off x="8696268" y="954413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05</a:t>
            </a:r>
            <a:endParaRPr lang="en-US" dirty="0"/>
          </a:p>
        </p:txBody>
      </p:sp>
      <p:sp>
        <p:nvSpPr>
          <p:cNvPr id="10" name="TextBox 21">
            <a:extLst>
              <a:ext uri="{FF2B5EF4-FFF2-40B4-BE49-F238E27FC236}">
                <a16:creationId xmlns:a16="http://schemas.microsoft.com/office/drawing/2014/main" id="{D00C6AC8-6D66-95C2-B39B-BC495FF55AD3}"/>
              </a:ext>
            </a:extLst>
          </p:cNvPr>
          <p:cNvSpPr txBox="1"/>
          <p:nvPr/>
        </p:nvSpPr>
        <p:spPr>
          <a:xfrm rot="10800000" flipV="1">
            <a:off x="9448800" y="2491328"/>
            <a:ext cx="6477000" cy="5374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                       </a:t>
            </a:r>
            <a:r>
              <a:rPr lang="en-US" sz="4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Doctor</a:t>
            </a:r>
          </a:p>
          <a:p>
            <a:pPr algn="just">
              <a:lnSpc>
                <a:spcPts val="3499"/>
              </a:lnSpc>
            </a:pPr>
            <a:endParaRPr lang="en-US" sz="2800" b="1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 Login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Profile Management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View patient record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Create prescription and update prescription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Prescription send to dispenser and student profile.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See test report and review report.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endParaRPr lang="en-US" sz="2800" b="1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74AC9EC-23E9-FBFA-28A5-82AA052DA1F1}"/>
              </a:ext>
            </a:extLst>
          </p:cNvPr>
          <p:cNvCxnSpPr>
            <a:cxnSpLocks/>
          </p:cNvCxnSpPr>
          <p:nvPr/>
        </p:nvCxnSpPr>
        <p:spPr>
          <a:xfrm>
            <a:off x="7772400" y="2532798"/>
            <a:ext cx="0" cy="5049102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089440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-354756" y="151916"/>
            <a:ext cx="7755784" cy="104941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-1253767" y="9389360"/>
            <a:ext cx="19541768" cy="275545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6368813" y="423496"/>
            <a:ext cx="1325616" cy="1294283"/>
          </a:xfrm>
          <a:custGeom>
            <a:avLst/>
            <a:gdLst/>
            <a:ahLst/>
            <a:cxnLst/>
            <a:rect l="l" t="t" r="r" b="b"/>
            <a:pathLst>
              <a:path w="1325616" h="1294283">
                <a:moveTo>
                  <a:pt x="0" y="0"/>
                </a:moveTo>
                <a:lnTo>
                  <a:pt x="1325615" y="0"/>
                </a:lnTo>
                <a:lnTo>
                  <a:pt x="1325615" y="1294283"/>
                </a:lnTo>
                <a:lnTo>
                  <a:pt x="0" y="12942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3851595" y="1819354"/>
            <a:ext cx="7755783" cy="128203"/>
            <a:chOff x="0" y="0"/>
            <a:chExt cx="881964" cy="125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81964" cy="12543"/>
            </a:xfrm>
            <a:custGeom>
              <a:avLst/>
              <a:gdLst/>
              <a:ahLst/>
              <a:cxnLst/>
              <a:rect l="l" t="t" r="r" b="b"/>
              <a:pathLst>
                <a:path w="881964" h="12543">
                  <a:moveTo>
                    <a:pt x="6272" y="0"/>
                  </a:moveTo>
                  <a:lnTo>
                    <a:pt x="875693" y="0"/>
                  </a:lnTo>
                  <a:cubicBezTo>
                    <a:pt x="877356" y="0"/>
                    <a:pt x="878951" y="661"/>
                    <a:pt x="880127" y="1837"/>
                  </a:cubicBezTo>
                  <a:cubicBezTo>
                    <a:pt x="881303" y="3013"/>
                    <a:pt x="881964" y="4608"/>
                    <a:pt x="881964" y="6272"/>
                  </a:cubicBezTo>
                  <a:lnTo>
                    <a:pt x="881964" y="6272"/>
                  </a:lnTo>
                  <a:cubicBezTo>
                    <a:pt x="881964" y="7935"/>
                    <a:pt x="881303" y="9530"/>
                    <a:pt x="880127" y="10706"/>
                  </a:cubicBezTo>
                  <a:cubicBezTo>
                    <a:pt x="878951" y="11882"/>
                    <a:pt x="877356" y="12543"/>
                    <a:pt x="875693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4858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81964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572000" y="625816"/>
            <a:ext cx="6314974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1" dirty="0">
                <a:solidFill>
                  <a:srgbClr val="048581"/>
                </a:solidFill>
                <a:latin typeface="Antonio Bold"/>
                <a:ea typeface="Antonio Bold"/>
                <a:cs typeface="Antonio Bold"/>
                <a:sym typeface="Antonio Bold"/>
              </a:rPr>
              <a:t>User Dashboard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44293" y="2814637"/>
            <a:ext cx="6055414" cy="4027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              </a:t>
            </a:r>
            <a:r>
              <a:rPr lang="en-US" sz="4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Dispenser</a:t>
            </a:r>
          </a:p>
          <a:p>
            <a:pPr algn="just">
              <a:lnSpc>
                <a:spcPts val="3499"/>
              </a:lnSpc>
            </a:pPr>
            <a:endParaRPr lang="en-US" sz="2800" b="1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User Registration and Login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Profile Management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Search Prescription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Check Medicine Availability 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Restock medicine.</a:t>
            </a:r>
          </a:p>
          <a:p>
            <a:pPr algn="just">
              <a:lnSpc>
                <a:spcPts val="3499"/>
              </a:lnSpc>
            </a:pPr>
            <a:endParaRPr lang="en-US" sz="2800" b="1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endParaRPr lang="en-US" sz="2800" b="1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CD506-DE21-AB85-97FC-674CB7075357}"/>
              </a:ext>
            </a:extLst>
          </p:cNvPr>
          <p:cNvSpPr txBox="1"/>
          <p:nvPr/>
        </p:nvSpPr>
        <p:spPr>
          <a:xfrm>
            <a:off x="16640524" y="948912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21.09.2025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A187-677E-F1A9-5AD2-2F848DCB71DA}"/>
              </a:ext>
            </a:extLst>
          </p:cNvPr>
          <p:cNvSpPr txBox="1"/>
          <p:nvPr/>
        </p:nvSpPr>
        <p:spPr>
          <a:xfrm>
            <a:off x="8696268" y="954413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05</a:t>
            </a:r>
            <a:endParaRPr lang="en-US" dirty="0"/>
          </a:p>
        </p:txBody>
      </p:sp>
      <p:sp>
        <p:nvSpPr>
          <p:cNvPr id="10" name="TextBox 21">
            <a:extLst>
              <a:ext uri="{FF2B5EF4-FFF2-40B4-BE49-F238E27FC236}">
                <a16:creationId xmlns:a16="http://schemas.microsoft.com/office/drawing/2014/main" id="{D00C6AC8-6D66-95C2-B39B-BC495FF55AD3}"/>
              </a:ext>
            </a:extLst>
          </p:cNvPr>
          <p:cNvSpPr txBox="1"/>
          <p:nvPr/>
        </p:nvSpPr>
        <p:spPr>
          <a:xfrm rot="10800000" flipV="1">
            <a:off x="9296400" y="2279844"/>
            <a:ext cx="6705600" cy="4476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4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                 Lab Test</a:t>
            </a:r>
          </a:p>
          <a:p>
            <a:pPr algn="just">
              <a:lnSpc>
                <a:spcPts val="3499"/>
              </a:lnSpc>
            </a:pPr>
            <a:endParaRPr lang="en-US" sz="2800" b="1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 Login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Profile Management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Update test availability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Create test booking.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Upload test report &amp; send to doctor and student profile.</a:t>
            </a:r>
          </a:p>
          <a:p>
            <a:pPr algn="just">
              <a:lnSpc>
                <a:spcPts val="3499"/>
              </a:lnSpc>
            </a:pPr>
            <a:endParaRPr lang="en-US" sz="2800" b="1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endParaRPr lang="en-US" sz="2800" b="1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D0F826-2128-7DD5-8A92-950D7825C5A9}"/>
              </a:ext>
            </a:extLst>
          </p:cNvPr>
          <p:cNvCxnSpPr/>
          <p:nvPr/>
        </p:nvCxnSpPr>
        <p:spPr>
          <a:xfrm>
            <a:off x="8001000" y="2781300"/>
            <a:ext cx="0" cy="4114800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556419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-354756" y="151916"/>
            <a:ext cx="7755784" cy="104941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-1253767" y="9389360"/>
            <a:ext cx="19541768" cy="275545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6368813" y="423496"/>
            <a:ext cx="1325616" cy="1294283"/>
          </a:xfrm>
          <a:custGeom>
            <a:avLst/>
            <a:gdLst/>
            <a:ahLst/>
            <a:cxnLst/>
            <a:rect l="l" t="t" r="r" b="b"/>
            <a:pathLst>
              <a:path w="1325616" h="1294283">
                <a:moveTo>
                  <a:pt x="0" y="0"/>
                </a:moveTo>
                <a:lnTo>
                  <a:pt x="1325615" y="0"/>
                </a:lnTo>
                <a:lnTo>
                  <a:pt x="1325615" y="1294283"/>
                </a:lnTo>
                <a:lnTo>
                  <a:pt x="0" y="1294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3851595" y="1819354"/>
            <a:ext cx="7755783" cy="128203"/>
            <a:chOff x="0" y="0"/>
            <a:chExt cx="881964" cy="125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81964" cy="12543"/>
            </a:xfrm>
            <a:custGeom>
              <a:avLst/>
              <a:gdLst/>
              <a:ahLst/>
              <a:cxnLst/>
              <a:rect l="l" t="t" r="r" b="b"/>
              <a:pathLst>
                <a:path w="881964" h="12543">
                  <a:moveTo>
                    <a:pt x="6272" y="0"/>
                  </a:moveTo>
                  <a:lnTo>
                    <a:pt x="875693" y="0"/>
                  </a:lnTo>
                  <a:cubicBezTo>
                    <a:pt x="877356" y="0"/>
                    <a:pt x="878951" y="661"/>
                    <a:pt x="880127" y="1837"/>
                  </a:cubicBezTo>
                  <a:cubicBezTo>
                    <a:pt x="881303" y="3013"/>
                    <a:pt x="881964" y="4608"/>
                    <a:pt x="881964" y="6272"/>
                  </a:cubicBezTo>
                  <a:lnTo>
                    <a:pt x="881964" y="6272"/>
                  </a:lnTo>
                  <a:cubicBezTo>
                    <a:pt x="881964" y="7935"/>
                    <a:pt x="881303" y="9530"/>
                    <a:pt x="880127" y="10706"/>
                  </a:cubicBezTo>
                  <a:cubicBezTo>
                    <a:pt x="878951" y="11882"/>
                    <a:pt x="877356" y="12543"/>
                    <a:pt x="875693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04858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81964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572000" y="625816"/>
            <a:ext cx="6314974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1" dirty="0">
                <a:solidFill>
                  <a:srgbClr val="048581"/>
                </a:solidFill>
                <a:latin typeface="Antonio Bold"/>
                <a:ea typeface="Antonio Bold"/>
                <a:cs typeface="Antonio Bold"/>
                <a:sym typeface="Antonio Bold"/>
              </a:rPr>
              <a:t>User Dashboard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52600" y="2751672"/>
            <a:ext cx="11125200" cy="5031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               </a:t>
            </a:r>
            <a:r>
              <a:rPr lang="en-US" sz="4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Admin</a:t>
            </a:r>
          </a:p>
          <a:p>
            <a:pPr algn="ctr">
              <a:lnSpc>
                <a:spcPts val="3499"/>
              </a:lnSpc>
            </a:pPr>
            <a:endParaRPr lang="en-US" sz="4800" b="1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User Registration and Login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Profile Management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User Management 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Inventory Management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Report &amp; Analytics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History.</a:t>
            </a: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r>
              <a:rPr lang="en-US" sz="2800" b="1" dirty="0">
                <a:solidFill>
                  <a:srgbClr val="048581"/>
                </a:solidFill>
                <a:latin typeface="Poppins"/>
                <a:ea typeface="Poppins"/>
                <a:cs typeface="Poppins"/>
                <a:sym typeface="Poppins"/>
              </a:rPr>
              <a:t>Doctor &amp; staff Rostering</a:t>
            </a:r>
          </a:p>
          <a:p>
            <a:pPr algn="just">
              <a:lnSpc>
                <a:spcPts val="3499"/>
              </a:lnSpc>
            </a:pPr>
            <a:endParaRPr lang="en-US" sz="2800" b="1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indent="-457200" algn="just">
              <a:lnSpc>
                <a:spcPts val="3499"/>
              </a:lnSpc>
              <a:buFont typeface="+mj-lt"/>
              <a:buAutoNum type="arabicPeriod"/>
            </a:pPr>
            <a:endParaRPr lang="en-US" sz="2800" b="1" dirty="0">
              <a:solidFill>
                <a:srgbClr val="04858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CD506-DE21-AB85-97FC-674CB7075357}"/>
              </a:ext>
            </a:extLst>
          </p:cNvPr>
          <p:cNvSpPr txBox="1"/>
          <p:nvPr/>
        </p:nvSpPr>
        <p:spPr>
          <a:xfrm>
            <a:off x="16640524" y="948912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21.09.2025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A187-677E-F1A9-5AD2-2F848DCB71DA}"/>
              </a:ext>
            </a:extLst>
          </p:cNvPr>
          <p:cNvSpPr txBox="1"/>
          <p:nvPr/>
        </p:nvSpPr>
        <p:spPr>
          <a:xfrm>
            <a:off x="8696268" y="954413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05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173143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-5375442" y="8914054"/>
            <a:ext cx="14519442" cy="323076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6368813" y="423496"/>
            <a:ext cx="1325616" cy="1294283"/>
          </a:xfrm>
          <a:custGeom>
            <a:avLst/>
            <a:gdLst/>
            <a:ahLst/>
            <a:cxnLst/>
            <a:rect l="l" t="t" r="r" b="b"/>
            <a:pathLst>
              <a:path w="1325616" h="1294283">
                <a:moveTo>
                  <a:pt x="0" y="0"/>
                </a:moveTo>
                <a:lnTo>
                  <a:pt x="1325615" y="0"/>
                </a:lnTo>
                <a:lnTo>
                  <a:pt x="1325615" y="1294283"/>
                </a:lnTo>
                <a:lnTo>
                  <a:pt x="0" y="1294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028700" y="2451282"/>
            <a:ext cx="5230828" cy="47625"/>
            <a:chOff x="0" y="0"/>
            <a:chExt cx="1377667" cy="125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77667" cy="12543"/>
            </a:xfrm>
            <a:custGeom>
              <a:avLst/>
              <a:gdLst/>
              <a:ahLst/>
              <a:cxnLst/>
              <a:rect l="l" t="t" r="r" b="b"/>
              <a:pathLst>
                <a:path w="1377667" h="12543">
                  <a:moveTo>
                    <a:pt x="6272" y="0"/>
                  </a:moveTo>
                  <a:lnTo>
                    <a:pt x="1371395" y="0"/>
                  </a:lnTo>
                  <a:cubicBezTo>
                    <a:pt x="1373058" y="0"/>
                    <a:pt x="1374654" y="661"/>
                    <a:pt x="1375830" y="1837"/>
                  </a:cubicBezTo>
                  <a:cubicBezTo>
                    <a:pt x="1377006" y="3013"/>
                    <a:pt x="1377667" y="4608"/>
                    <a:pt x="1377667" y="6272"/>
                  </a:cubicBezTo>
                  <a:lnTo>
                    <a:pt x="1377667" y="6272"/>
                  </a:lnTo>
                  <a:cubicBezTo>
                    <a:pt x="1377667" y="7935"/>
                    <a:pt x="1377006" y="9530"/>
                    <a:pt x="1375830" y="10706"/>
                  </a:cubicBezTo>
                  <a:cubicBezTo>
                    <a:pt x="1374654" y="11882"/>
                    <a:pt x="1373058" y="12543"/>
                    <a:pt x="1371395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77667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3048000" y="1485900"/>
            <a:ext cx="11667434" cy="7515665"/>
          </a:xfrm>
          <a:custGeom>
            <a:avLst/>
            <a:gdLst/>
            <a:ahLst/>
            <a:cxnLst/>
            <a:rect l="l" t="t" r="r" b="b"/>
            <a:pathLst>
              <a:path w="4564058" h="7515665">
                <a:moveTo>
                  <a:pt x="0" y="0"/>
                </a:moveTo>
                <a:lnTo>
                  <a:pt x="4564058" y="0"/>
                </a:lnTo>
                <a:lnTo>
                  <a:pt x="4564058" y="7515665"/>
                </a:lnTo>
                <a:lnTo>
                  <a:pt x="0" y="75156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1256F7-5737-C8AD-DD85-8120971E040A}"/>
              </a:ext>
            </a:extLst>
          </p:cNvPr>
          <p:cNvSpPr txBox="1"/>
          <p:nvPr/>
        </p:nvSpPr>
        <p:spPr>
          <a:xfrm>
            <a:off x="16709231" y="9678838"/>
            <a:ext cx="315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/>
              <a:t>21.09.2025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3AB2DF-FB15-19E2-C718-6FC7D27E8086}"/>
              </a:ext>
            </a:extLst>
          </p:cNvPr>
          <p:cNvSpPr txBox="1"/>
          <p:nvPr/>
        </p:nvSpPr>
        <p:spPr>
          <a:xfrm>
            <a:off x="8634067" y="9571810"/>
            <a:ext cx="3557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/>
              <a:t>12</a:t>
            </a:r>
            <a:endParaRPr lang="en-US" dirty="0"/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661</TotalTime>
  <Words>284</Words>
  <Application>Microsoft Office PowerPoint</Application>
  <PresentationFormat>Custom</PresentationFormat>
  <Paragraphs>93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Antonio Bold</vt:lpstr>
      <vt:lpstr>Calibri</vt:lpstr>
      <vt:lpstr>Poppins</vt:lpstr>
      <vt:lpstr>Aptos</vt:lpstr>
      <vt:lpstr>Sans-Serif</vt:lpstr>
      <vt:lpstr>Antonio Ultra-Bold</vt:lpstr>
      <vt:lpstr>Times New Roman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robiul</dc:creator>
  <cp:lastModifiedBy>Mahmud Minhaj</cp:lastModifiedBy>
  <cp:revision>26</cp:revision>
  <dcterms:created xsi:type="dcterms:W3CDTF">2006-08-16T00:00:00Z</dcterms:created>
  <dcterms:modified xsi:type="dcterms:W3CDTF">2026-01-11T10:19:50Z</dcterms:modified>
  <dc:identifier>DAGzWIDZFKY</dc:identifier>
</cp:coreProperties>
</file>